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69" y="4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6DC130-7EA1-1667-0435-081E1BDA8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D67622-D31E-8D2A-486C-47E5D28144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C37102-F5E1-EB4F-652D-E5428E06F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B065-459D-4AF0-B4FB-E363CE558142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854B18-6462-31E8-AFC9-06B9B9555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CAA876-DAF4-D0A3-4CA9-969BC5C9B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B12B9-6D8F-48F4-BF8E-365D179DC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48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733C54-6DC4-5C9D-7C45-AC41B337F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DD2ACE-2464-6E38-EE08-224BE48B4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B5004E-F627-5D1C-E617-07795D2FC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B065-459D-4AF0-B4FB-E363CE558142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87035-A429-7A61-74A9-B2D4C46C3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406A74-BB0C-A19B-B14B-1CA0E3263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B12B9-6D8F-48F4-BF8E-365D179DC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496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EB073C-6E13-EFEA-C512-ED8D1F6A7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FE5C33-BB83-A817-5139-CF21DC471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D36A63-E22D-AA94-F141-F0BDCB051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B065-459D-4AF0-B4FB-E363CE558142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A4FA52-DEF0-F8B3-4BE9-8CDCBF8EA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8D5838-9179-3BC9-8F5A-164B3011F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B12B9-6D8F-48F4-BF8E-365D179DC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20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A38A2-83FB-A5FC-1A56-C795AFE68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6E8C5-7DEA-27FA-B6B6-4574D15D6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F805AA-1C88-EC79-13DF-D9DED40D9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A2AC24-858D-19E2-15F5-1DB0195FD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B065-459D-4AF0-B4FB-E363CE558142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824C48-D1B6-6F41-E7EA-14D1DBF8E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F52A0F-949E-910C-C92A-82B90A9B9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B12B9-6D8F-48F4-BF8E-365D179DC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036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5C75D7-8522-F91A-7316-729EC3C56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06A686-D807-70A5-C8EB-9DEDF5305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FBE362-DE8A-897E-DFED-1D055C898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BEDF727-B717-A903-6F62-42DCF4755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5D0778A-912F-B200-776E-517DCAD45B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5B107C-7390-D381-5994-180449AA3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B065-459D-4AF0-B4FB-E363CE558142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4AFA8DA-F96E-B1CD-7F09-02A6B411B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6A38F0E-6F8B-E425-B8A8-C615EEA5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B12B9-6D8F-48F4-BF8E-365D179DC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289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6DCA24-9FF8-4173-DC90-532C0CD05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5EFAC27-EE74-7127-C2CF-14BA82F84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B065-459D-4AF0-B4FB-E363CE558142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4706C3C-221B-65DF-95F2-D508572FC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CF6727-9AB9-9C6D-D80F-06A41E14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B12B9-6D8F-48F4-BF8E-365D179DC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96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A42CE90-6FC5-E9C1-A800-F129C8BF0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B065-459D-4AF0-B4FB-E363CE558142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1E39A26-DA15-F0DB-48F3-17582CAC4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9EF1AE-499E-9499-1BF9-B172B1861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B12B9-6D8F-48F4-BF8E-365D179DC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980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51D54F-1B4B-3732-E4C1-482B7BA17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9134DC-14DF-9A1D-45DB-64FE1CD69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32F21F-1980-C352-5799-601BBE564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D6E607-C6E3-1075-7A85-23A95EFDC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B065-459D-4AF0-B4FB-E363CE558142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5505A1-3E44-7C4F-5E67-16FA531C9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A5A117-5B5B-937B-02E1-3E70084D7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B12B9-6D8F-48F4-BF8E-365D179DC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50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03AB20-55B9-9FCA-F403-9FC341E45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19B1A4-8731-7886-DF93-3A5ACDA053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A49361-4AA0-A1ED-DCFC-D5C2E1DC8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030853-968B-97C1-8709-959AAAB5C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B065-459D-4AF0-B4FB-E363CE558142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270F37-C454-7494-00FC-7140CC299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6553F6-D668-6863-B6BD-934C22812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B12B9-6D8F-48F4-BF8E-365D179DC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895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8C98E9-1332-1441-12EA-71BD61BA9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A9DDED-E819-D73B-EC78-7656D0A96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B63D66-CF71-2FD3-4BF5-DAB6D8432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B065-459D-4AF0-B4FB-E363CE558142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3BD641-275A-C3D6-4F22-217BDD11E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EC6193-A928-E672-EEAD-394502320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B12B9-6D8F-48F4-BF8E-365D179DC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563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FEABB8-331A-A80E-483A-D4CDEF5991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5C7054-9E09-99F7-FE9F-179C357C5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EF5017-1258-C5DD-3689-21D45E8D7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B065-459D-4AF0-B4FB-E363CE558142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FC2709-9293-C47D-67D0-9DEBB3E5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030062-E41B-D26B-C4B6-E771021D4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B12B9-6D8F-48F4-BF8E-365D179DC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032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EC6E0D-7159-40FB-B8CE-ACA0E6529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7528AF-4F96-8371-BABE-85142AD28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8553F5-F884-9A59-3685-838F697C9C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4B065-459D-4AF0-B4FB-E363CE558142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187A64-8CE6-B919-7EEF-D6788D7A29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C5BF3B-F51F-3880-EB69-1D510F01E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6B12B9-6D8F-48F4-BF8E-365D179DC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997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6154229-3EA7-7800-AB0B-DF97A279E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666" y="675266"/>
            <a:ext cx="5856667" cy="202479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E61F5E6-8149-B0C3-6932-02F2546ED3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676" y="3142868"/>
            <a:ext cx="6614647" cy="285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386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宇航 程</dc:creator>
  <cp:lastModifiedBy>宇航 程</cp:lastModifiedBy>
  <cp:revision>1</cp:revision>
  <dcterms:created xsi:type="dcterms:W3CDTF">2025-06-28T09:15:09Z</dcterms:created>
  <dcterms:modified xsi:type="dcterms:W3CDTF">2025-06-28T09:15:48Z</dcterms:modified>
</cp:coreProperties>
</file>